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2" r:id="rId12"/>
    <p:sldId id="341" r:id="rId13"/>
    <p:sldId id="343" r:id="rId14"/>
    <p:sldId id="344" r:id="rId15"/>
    <p:sldId id="347" r:id="rId16"/>
    <p:sldId id="348" r:id="rId17"/>
    <p:sldId id="34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562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monde24/health-analytics-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364" y="3250257"/>
            <a:ext cx="5391508" cy="1613139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Healthcare Analytics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25947" y="3872161"/>
            <a:ext cx="6788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What drives doctor visits?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247" y="3212636"/>
            <a:ext cx="8503489" cy="11178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88957" y="5866109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Yash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Sanjay Monde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STU69f055805a3e71777358208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853" y="2948418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4602" y="2359390"/>
            <a:ext cx="77165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79.8% of people in this sample report zero visits.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question: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Which patient factors are most strongly associated with visits?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1101225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2C3C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20379" y="2772764"/>
            <a:ext cx="86859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Supplied doctor-visits dataset: 5,190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missing values, duplicate rows, or repeated IDs.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fields: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Visits, coded age/income, illness, activity, health, and support.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61" y="92119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3270872"/>
            <a:ext cx="853478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planners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 service demand and continuity needs.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 teams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patterns that may warrant further review.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Reproduce and validate the reported associations.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leaders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findings as questions for follow-up, not rules for care.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10883" y="2116687"/>
            <a:ext cx="7359707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and Jupyter: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Reproducible notebook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and NumPy: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audit, cleaning, summaries, and preparation.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SciPy and statsmodels: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Statistical checks and adjusted model.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976337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people reported no doctor visits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89" y="1154392"/>
            <a:ext cx="8248609" cy="3426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981" y="4767601"/>
            <a:ext cx="801213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Main pattern: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4,141 people (79.8%) reported zero visits.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Typical value: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Median is 0; mean is 0.30 visits.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Separate no-visit and visit groups when reading averages.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1 OF 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8225"/>
            <a:ext cx="8752715" cy="873782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and income codes show different patterns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1201587"/>
            <a:ext cx="4138876" cy="335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2 OF 6</a:t>
            </a:r>
            <a:endParaRPr lang="en-IN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48" y="1201587"/>
            <a:ext cx="4456736" cy="3426944"/>
          </a:xfrm>
          <a:prstGeom prst="rect">
            <a:avLst/>
          </a:prstGeom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22959" y="4653608"/>
            <a:ext cx="872196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code: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visits rise from 0.21 in the lowest quartile to 0.45 in the highest.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 code: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visits fall from 0.40 to 0.22 across income quartiles.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cautiously: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are coded scales; the guide does not define their units.</a:t>
            </a:r>
          </a:p>
        </p:txBody>
      </p:sp>
    </p:spTree>
    <p:extLst>
      <p:ext uri="{BB962C8B-B14F-4D97-AF65-F5344CB8AC3E}">
        <p14:creationId xmlns:p14="http://schemas.microsoft.com/office/powerpoint/2010/main" val="32978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34408"/>
            <a:ext cx="8545553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Illness and reduced activity link to visits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302" y="928112"/>
            <a:ext cx="4234226" cy="3604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3" y="928111"/>
            <a:ext cx="4766338" cy="36048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5957" y="4639033"/>
            <a:ext cx="81555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Illness: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Mean visits rise from 0.08 with zero illnesses to 0.81 with five.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Reduced activity: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Mean visits are 0.18 at zero days and 1.58 at 7+ days.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Health code: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It relates more weakly; the guide does not define its direction.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3 OF 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405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66451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rates vary across patient groups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22959" y="4743449"/>
            <a:ext cx="82230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Long-term chronic flag:</a:t>
            </a:r>
            <a:r>
              <a:rPr lang="en-I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 Any-visit rate is 35.0% with the flag vs 18.3% without.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Recorded gender: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Any-visit rate is 24.4% for females vs 15.6% for males.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Support group: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Rate is 31.6% with freerepat vs 17.2% without; descriptive only.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9" y="1078302"/>
            <a:ext cx="4935653" cy="3681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47" y="1078302"/>
            <a:ext cx="4730151" cy="36813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4 OF 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707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370589"/>
            <a:ext cx="7607085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Illness and activity stand out after adjustment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20982" y="4583281"/>
            <a:ext cx="89784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Health factors: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Illness OR 1.31 and reduced-activity OR 1.17 per unit.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Other differences: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Female records have higher adjusted odds; private coverage changes after adjustment.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Model note: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Adjusts for listed fields; it does not prove cause.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5" y="913889"/>
            <a:ext cx="4333756" cy="379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5 OF 6</a:t>
            </a:r>
            <a:endParaRPr lang="en-IN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649" y="810883"/>
            <a:ext cx="4252488" cy="370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1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114360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statistical checks support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32" y="1059931"/>
            <a:ext cx="8355900" cy="36660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63774" y="171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6 OF 6</a:t>
            </a:r>
            <a:endParaRPr lang="en-IN" sz="1400" dirty="0"/>
          </a:p>
        </p:txBody>
      </p:sp>
      <p:sp>
        <p:nvSpPr>
          <p:cNvPr id="15" name="Rectangle 14"/>
          <p:cNvSpPr/>
          <p:nvPr/>
        </p:nvSpPr>
        <p:spPr>
          <a:xfrm>
            <a:off x="346570" y="4782443"/>
            <a:ext cx="85851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Strongest rank links: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Reduced days 0.34; illness count 0.26.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Second check: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Both remain associated in the adjusted any-visit model.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Key takeaway: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Validate in current, representative data before service decisions.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16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ns2:creationId xmlns="" xmlns:ns2="http://schemas.microsoft.com/office/drawing/2014/main" xmlns:ns3="http://schemas.openxmlformats.org/officeDocument/2006/relationships" xmlns:ns4="http://schemas.microsoft.com/office/powerpoint/2010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458752" cy="830997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Analysis Method and Data Source</a:t>
            </a:r>
          </a:p>
        </p:txBody>
      </p:sp>
      <p:sp>
        <p:nvSpPr>
          <p:cNvPr id="7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276683" y="1284989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Rectangle 5"/>
          <p:cNvSpPr/>
          <p:nvPr/>
        </p:nvSpPr>
        <p:spPr>
          <a:xfrm>
            <a:off x="320982" y="287186"/>
            <a:ext cx="7692957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20982" y="1586647"/>
            <a:ext cx="72023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 SOURCE: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Supplied CSV and Dataset explanation guide.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METHOD: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Audit, cleaning, EDA, and statistical validation in Python.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VALIDATION: Spearman tests with Holm adjustment; adjusted logistic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LIMITS: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Survey period, sampling method, and code scales are not defined.</a:t>
            </a:r>
            <a:endParaRPr lang="en-US" sz="16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FULL ANALYSIS: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See Healthcare_Doctor_Visits_Analysis.ipynb.</a:t>
            </a:r>
          </a:p>
        </p:txBody>
      </p:sp>
    </p:spTree>
    <p:extLst>
      <p:ext uri="{BB962C8B-B14F-4D97-AF65-F5344CB8AC3E}">
        <p14:creationId xmlns:p14="http://schemas.microsoft.com/office/powerpoint/2010/main" val="306600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276683" y="1284989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Rectangle 5"/>
          <p:cNvSpPr/>
          <p:nvPr/>
        </p:nvSpPr>
        <p:spPr>
          <a:xfrm>
            <a:off x="320983" y="287186"/>
            <a:ext cx="387145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20982" y="1586647"/>
            <a:ext cx="72023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Project Repository &amp; Source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Code :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code files, clean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datasets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analysis notebooks for this project are completely open-source and hosted on GitHub.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Repository Link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</a:t>
            </a:r>
            <a:r>
              <a:rPr lang="en-US" sz="16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github.com/yashmonde24/health-analytics-</a:t>
            </a:r>
            <a:endParaRPr lang="en-US" sz="16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You Will Find in the Repository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python/ 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Source code and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notebooks for data cleaning,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EDA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generating visualization charts.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docs/ 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 clean, presentation-ready slide deck outlining our main findings and recommendations for non-technical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stakeholders.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data/ :</a:t>
            </a:r>
            <a:r>
              <a:rPr lang="en-US" sz="1600" dirty="0" smtClean="0"/>
              <a:t> </a:t>
            </a:r>
            <a:r>
              <a:rPr lang="en-US" sz="1600" dirty="0" err="1" smtClean="0"/>
              <a:t>DoctorVisit</a:t>
            </a:r>
            <a:r>
              <a:rPr lang="en-US" sz="1600" dirty="0" smtClean="0"/>
              <a:t> </a:t>
            </a:r>
            <a:r>
              <a:rPr lang="en-US" sz="1600" dirty="0"/>
              <a:t>dataset used for performing the analysis.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README.md : 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detailed, step-by-step project guide featuring the exact visual charts and actionable recommendations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shown.</a:t>
            </a:r>
            <a:endParaRPr lang="en-IN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2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5190" y="735947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ns2:creationId xmlns="" xmlns:ns2="http://schemas.microsoft.com/office/drawing/2014/main" xmlns:ns3="http://schemas.openxmlformats.org/officeDocument/2006/relationships" xmlns:ns4="http://schemas.microsoft.com/office/powerpoint/2010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5337" y="2058234"/>
            <a:ext cx="7306026" cy="3229757"/>
          </a:xfrm>
        </p:spPr>
        <p:txBody>
          <a:bodyPr>
            <a:noAutofit/>
          </a:bodyPr>
          <a:lstStyle/>
          <a:p>
            <a:r>
              <a:rPr lang="en-IN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Analytics for Doctor Visits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or discussion?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analysis is documented in the accompanying notebook.</a:t>
            </a:r>
            <a:r>
              <a:rPr lang="en-US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19082" y="659424"/>
            <a:ext cx="3871456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8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777</TotalTime>
  <Words>687</Words>
  <Application>Microsoft Office PowerPoint</Application>
  <PresentationFormat>Widescreen</PresentationFormat>
  <Paragraphs>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Healthcare Analytics</vt:lpstr>
      <vt:lpstr>PROBLEM  STATEMENT</vt:lpstr>
      <vt:lpstr>Dataset Overview  </vt:lpstr>
      <vt:lpstr>WHO ARE THE END USERS?</vt:lpstr>
      <vt:lpstr>Technology Used</vt:lpstr>
      <vt:lpstr>Most people reported no doctor visits</vt:lpstr>
      <vt:lpstr>Age and income codes show different patterns</vt:lpstr>
      <vt:lpstr>Illness and reduced activity link to visits</vt:lpstr>
      <vt:lpstr>Visit rates vary across patient groups</vt:lpstr>
      <vt:lpstr>Illness and activity stand out after adjustment</vt:lpstr>
      <vt:lpstr>What the statistical checks support</vt:lpstr>
      <vt:lpstr>Analysis Method and Data Source</vt:lpstr>
      <vt:lpstr>GitHub Link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Microsoft account</cp:lastModifiedBy>
  <cp:revision>102</cp:revision>
  <dcterms:created xsi:type="dcterms:W3CDTF">2021-07-11T13:13:15Z</dcterms:created>
  <dcterms:modified xsi:type="dcterms:W3CDTF">2026-10-22T15:03:38Z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